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292608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FF"/>
                </a:solidFill>
              </a:rPr>
              <a:t>SYSTEM ARCHITECTURE  •  AUTONOMOUS NAVIGATION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Large Language Models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Executable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5720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Rahul Biswas  |  BWU/BCA/23/224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Team: Sourav  •  Arpita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Department of Computational Sciences  |  Brainware University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914400"/>
            <a:ext cx="1463040" cy="1463040"/>
          </a:xfrm>
          <a:prstGeom prst="ellipse">
            <a:avLst/>
          </a:prstGeom>
          <a:solidFill>
            <a:srgbClr val="1B3A5C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914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LLM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3017520"/>
            <a:ext cx="1463040" cy="1463040"/>
          </a:xfrm>
          <a:prstGeom prst="ellipse">
            <a:avLst/>
          </a:prstGeom>
          <a:solidFill>
            <a:srgbClr val="1B3A5C"/>
          </a:solidFill>
          <a:ln w="25400">
            <a:solidFill>
              <a:srgbClr val="22D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017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A0"/>
                </a:solidFill>
              </a:rPr>
              <a:t>RL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377440"/>
            <a:ext cx="0" cy="64008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06640" y="21945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&amp; The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80160"/>
            <a:ext cx="4023360" cy="320040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402336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4C3C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Traditional navigation (Dijkstra's) 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F4FD"/>
                </a:solidFill>
              </a:rPr>
              <a:t>static and hard-coded.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• Cannot understand human language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• Cannot adapt to dynamic environments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• Requires manual reprogramming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• High computational cost for re-planning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206240" cy="320040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4206240" cy="73152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A0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A system that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F4FD"/>
                </a:solidFill>
              </a:rPr>
              <a:t>"thinks" before it "acts"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9FF"/>
                </a:solidFill>
              </a:rPr>
              <a:t>LLM (The Brain):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Understands human intent &amp; maps to coordinates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D3A0"/>
                </a:solidFill>
              </a:rPr>
              <a:t>RL Agent (The Body):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D"/>
                </a:solidFill>
              </a:rPr>
              <a:t>Executes movement via a learned PPO policy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743200"/>
            <a:ext cx="274320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Hybrid Sense → Plan → Act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325880"/>
            <a:ext cx="2011680" cy="32918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2011680" cy="640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 Planner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FF"/>
                </a:solidFill>
              </a:rPr>
              <a:t>NLP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606040"/>
            <a:ext cx="109728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Python keyword extraction maps natural language to spatial coordinates (e.g., 'Office' → [1,1])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1325880"/>
            <a:ext cx="2011680" cy="32918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1325880"/>
            <a:ext cx="2011680" cy="64008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5" name="Text 13"/>
          <p:cNvSpPr/>
          <p:nvPr/>
        </p:nvSpPr>
        <p:spPr>
          <a:xfrm>
            <a:off x="2432304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A0"/>
                </a:solidFill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23744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RL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23744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D3A0"/>
                </a:solidFill>
              </a:rPr>
              <a:t>PPO Policy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9504" y="2606040"/>
            <a:ext cx="109728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Trained Proximal Policy Optimization model — ANN-based decision maker for grid navigation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08576" y="1325880"/>
            <a:ext cx="2011680" cy="32918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32588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0016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0016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Gymnasium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65776" y="2606040"/>
            <a:ext cx="109728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10×10 Grid World with dynamic goal setting, reward shaping, and Manhattan distance penalty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84848" y="1325880"/>
            <a:ext cx="2011680" cy="32918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1325880"/>
            <a:ext cx="201168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76288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UI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76288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78BFA"/>
                </a:solidFill>
              </a:rPr>
              <a:t>Tkinter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42048" y="2606040"/>
            <a:ext cx="109728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894576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Real-time visualization with map legend, terminal log, and interactive command entry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5-Step Execution 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7772400" cy="65836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26464"/>
            <a:ext cx="438912" cy="438912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399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User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Natural language command entered by user (e.g., 'Go to the warehouse')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7772400" cy="65836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075688"/>
            <a:ext cx="54864" cy="6583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76272"/>
            <a:ext cx="438912" cy="43891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Entity Mapping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671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LLM Planner extracts keyword and converts to coordinates: 'warehouse' → [2, 8]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25496"/>
            <a:ext cx="7772400" cy="65836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825496"/>
            <a:ext cx="54864" cy="658368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26080"/>
            <a:ext cx="438912" cy="438912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2898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</a:rPr>
              <a:t>State Observation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29169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Agent state [cx, cy] and goal [gx, gy] concatenated into 4D observation vector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575304"/>
            <a:ext cx="7772400" cy="65836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57530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7588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6484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ANN Inference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PPO neural network predicts action (UP/DOWN/LEFT/RIGHT) from the 4D state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325112"/>
            <a:ext cx="7772400" cy="65836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325112"/>
            <a:ext cx="54864" cy="65836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25696"/>
            <a:ext cx="438912" cy="43891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</a:rPr>
              <a:t>Feedback Loop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4416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Agent moves, reward computed, repeat until np.array_equal(state, goal) is True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Reinforcement Learning?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4160520" cy="155448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416052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35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</a:rPr>
              <a:t>Trial &amp; Reward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The agent learns through experience, not manual If-Then rules. Wrong moves are penalized; goal-reaching is rewarded +10.0.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55448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4160520" cy="54864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35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0"/>
                </a:solidFill>
              </a:rPr>
              <a:t>Policy vs. Path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8105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Dijkstra's finds ONE static path. RL learns a Navigation Policy valid for ANY dynamic destination on the grid.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60520" cy="155448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72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Millisecond Inference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3547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Once trained, the ANN predicts the next move in milliseconds — far more efficient than re-running a search algorithm each step.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60520" cy="155448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63240"/>
            <a:ext cx="416052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72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</a:rPr>
              <a:t>Reward Shaping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547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4FD"/>
                </a:solidFill>
              </a:rPr>
              <a:t>Manhattan distance penalty (−0.1×dist) shapes the reward signal to encourage the shortest possible path to goal.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DEMONSTRATION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 Cases &amp;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98448"/>
            <a:ext cx="8412480" cy="777240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98448"/>
            <a:ext cx="54864" cy="77724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44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</a:rPr>
              <a:t>Case 1: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35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"Go to the warehouse"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362456"/>
            <a:ext cx="1280160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1362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Reached [2, 8]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Keyword 'warehouse' matched exactly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0"/>
                </a:solidFill>
              </a:rPr>
              <a:t>✓ SUCCESS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412480" cy="777240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12848"/>
            <a:ext cx="54864" cy="77724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585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0"/>
                </a:solidFill>
              </a:rPr>
              <a:t>Case 2: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2494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"Navigate to the emergency exit"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276856"/>
            <a:ext cx="1280160" cy="27432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Reached [0, 9]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Keyword 'emergency exit' extracted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0"/>
                </a:solidFill>
              </a:rPr>
              <a:t>✓ SUCCESS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8412480" cy="777240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127248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72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Case 3: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1638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"The battery is low, find the charging station"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94960" y="3191256"/>
            <a:ext cx="12801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1912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Reached [9, 9]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LLM filters noise, extracts 'charging station'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3584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0"/>
                </a:solidFill>
              </a:rPr>
              <a:t>✓ SUCCESS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041648"/>
            <a:ext cx="8412480" cy="777240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041648"/>
            <a:ext cx="54864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873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Case 4: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40782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"Take documents to the manager desk"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4105656"/>
            <a:ext cx="1280160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Reached [7, 2]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'manager desk' matched in natural language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0"/>
                </a:solidFill>
              </a:rPr>
              <a:t>✓ SUCCESS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Refinements &amp; Research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23444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34440"/>
            <a:ext cx="28346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Dynamic Obstacle Avoidance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550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Real-World Adaptability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2996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Train the agent to detect and navigate around moving barriers. Incorporate obstacle sensors into the state space for robust sim-to-real transfer.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23444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234440"/>
            <a:ext cx="283464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94760" y="13258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Live API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16550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True LLM Reasoning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94767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02996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Replace keyword matching with a live OpenAI/Gemini API call for complex semantic understanding — e.g., 'Go where the most packages are stored.'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123444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234440"/>
            <a:ext cx="2834640" cy="54864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3258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A0"/>
                </a:solidFill>
              </a:rPr>
              <a:t>Online / Continuous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16550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Post-Deployment Growth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94767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02996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Allow the RL agent to keep learning after deployment. New routes and layouts update the policy without full retraining — true lifelong learning.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10896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108960"/>
            <a:ext cx="28346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22960" y="3200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Multi-Agent Coordination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52958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Fleet Intelligence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82219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90448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Extend the framework to coordinate multiple robots in the same grid. Implement decentralized MARL policies to prevent collision and optimize throughput.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27832" y="310896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27832" y="310896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331927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794760" y="3200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3D &amp; Continuous Environments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94760" y="352958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Beyond Grid Worlds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382219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390448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Upgrade from a 10×10 discrete grid to continuous state spaces (MuJoCo/Isaac Gym). Enable 3D navigation for real robotic deployment.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3108960"/>
            <a:ext cx="2834640" cy="1691640"/>
          </a:xfrm>
          <a:prstGeom prst="rect">
            <a:avLst/>
          </a:prstGeom>
          <a:solidFill>
            <a:srgbClr val="132337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3108960"/>
            <a:ext cx="283464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766560" y="3200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Conversational Task Planning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560" y="352958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Multi-Turn Dialogue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822192"/>
            <a:ext cx="2615184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904488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</a:rPr>
              <a:t>Support multi-turn dialogues where the agent clarifies ambiguous instructions — bridging task-oriented dialogue systems with physical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98448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72184"/>
            <a:ext cx="402336" cy="402336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4FD"/>
                </a:solidFill>
              </a:rPr>
              <a:t>Successfully demonstrated Executable Intelligence — high-level language translated to low-level physical action.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386584"/>
            <a:ext cx="402336" cy="402336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4FD"/>
                </a:solidFill>
              </a:rPr>
              <a:t>Proved that RL (PPO) is a more flexible and adaptive alternative to static pathfinders like Dijkstra's algorithm.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30098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4FD"/>
                </a:solidFill>
              </a:rPr>
              <a:t>Implemented and validated the "Trial and Reward" approach as a core learning mechanism — confirmed by faculty.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74320" y="4041648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4215384"/>
            <a:ext cx="402336" cy="40233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4FD"/>
                </a:solidFill>
              </a:rPr>
              <a:t>Built a working modular pipeline: LLM Planner → RL Agent → Gymnasium Env → Tkinter UI.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Citations &amp;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274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61872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61872"/>
            <a:ext cx="54864" cy="7498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533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[01]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Proximal Policy Optimization Algorithms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55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A0"/>
                </a:solidFill>
              </a:rPr>
              <a:t>Schulman et al., 2017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3807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OpenAI — foundational RL policy gradient algorithm used to train the navigation agent.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176272"/>
            <a:ext cx="54864" cy="7498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677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[02]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Gymnasium: An Open-Source Python Library for RL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69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A0"/>
                </a:solidFill>
              </a:rPr>
              <a:t>Farama Foundation, 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2951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Provides the standardized Env interface and action/observation spaces used in this project.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090672"/>
            <a:ext cx="54864" cy="7498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821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[03]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Attention is All You Need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83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A0"/>
                </a:solidFill>
              </a:rPr>
              <a:t>Vaswani et al., 2017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2095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Transformer architecture — the theoretical foundation of all modern Large Language Models.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05072"/>
            <a:ext cx="8412480" cy="749808"/>
          </a:xfrm>
          <a:prstGeom prst="rect">
            <a:avLst/>
          </a:prstGeom>
          <a:solidFill>
            <a:srgbClr val="132337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005072"/>
            <a:ext cx="54864" cy="7498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96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[04]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SayCan: Grounding Language in Robotic Affordances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398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A0"/>
                </a:solidFill>
              </a:rPr>
              <a:t>Ahn et al., 2022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1239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Google — demonstrates LLM-guided RL for real robot task execution, closely aligned with this project.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822960"/>
            <a:ext cx="3291840" cy="32918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0C9FF"/>
                </a:solidFill>
              </a:rPr>
              <a:t>?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FF"/>
                </a:solidFill>
              </a:rPr>
              <a:t>Questions &amp; Discussion Welcome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Rahul Biswas  |  Sourav  |  Arpita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Executable Intelligence</dc:title>
  <dc:subject>PptxGenJS Presentation</dc:subject>
  <dc:creator>PptxGenJS</dc:creator>
  <cp:lastModifiedBy>PptxGenJS</cp:lastModifiedBy>
  <cp:revision>1</cp:revision>
  <dcterms:created xsi:type="dcterms:W3CDTF">2026-04-21T06:50:33Z</dcterms:created>
  <dcterms:modified xsi:type="dcterms:W3CDTF">2026-04-21T06:50:33Z</dcterms:modified>
</cp:coreProperties>
</file>